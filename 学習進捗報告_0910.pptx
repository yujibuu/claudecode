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学習進捗報告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9418320" y="320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2026/9/10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1274552" cy="777240"/>
          </a:xfrm>
          <a:prstGeom prst="roundRect">
            <a:avLst>
              <a:gd name="adj" fmla="val 7059"/>
            </a:avLst>
          </a:prstGeom>
          <a:solidFill>
            <a:srgbClr val="D9E6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868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3B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本日の到達点　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A2F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W1(ネットワーク・クラウド基礎概念)のうち、ネットワーク基礎・クラウド基礎概念・Linux基礎は実機体験込みで一通り完了。IBM Cloudアカウントはクレカ審査待ちで未着手。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2647188" cy="502920"/>
          </a:xfrm>
          <a:prstGeom prst="roundRect">
            <a:avLst>
              <a:gd name="adj" fmla="val 9091"/>
            </a:avLst>
          </a:prstGeom>
          <a:solidFill>
            <a:srgbClr val="1B3B6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1965960"/>
            <a:ext cx="24277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背景・ゴール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33472"/>
            <a:ext cx="2647188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30000"/>
              </a:lnSpc>
              <a:spcAft>
                <a:spcPts val="1600"/>
              </a:spcAft>
              <a:buSzPct val="100000"/>
              <a:buChar char="◆"/>
            </a:pPr>
            <a:r>
              <a:rPr lang="en-US" sz="1450" dirty="0">
                <a:solidFill>
                  <a:srgbClr val="2A2F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10月アサインに向け、IBM Cloudサーバー構築業務をキャッチアップできるレベルを目指す</a:t>
            </a:r>
            <a:endParaRPr lang="en-US" sz="1450" dirty="0"/>
          </a:p>
          <a:p>
            <a:pPr marL="177800" indent="-177800">
              <a:lnSpc>
                <a:spcPct val="130000"/>
              </a:lnSpc>
              <a:spcAft>
                <a:spcPts val="1600"/>
              </a:spcAft>
              <a:buSzPct val="100000"/>
              <a:buChar char="◆"/>
            </a:pPr>
            <a:r>
              <a:rPr lang="en-US" sz="1450" dirty="0">
                <a:solidFill>
                  <a:srgbClr val="2A2F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IBM Cloud無料アカウントはクレカ審査待ちで停滞中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332988" y="1965960"/>
            <a:ext cx="2647188" cy="502920"/>
          </a:xfrm>
          <a:prstGeom prst="roundRect">
            <a:avLst>
              <a:gd name="adj" fmla="val 9091"/>
            </a:avLst>
          </a:prstGeom>
          <a:solidFill>
            <a:srgbClr val="1B3B6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42716" y="1965960"/>
            <a:ext cx="24277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本日の実績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332988" y="2633472"/>
            <a:ext cx="2647188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30000"/>
              </a:lnSpc>
              <a:spcAft>
                <a:spcPts val="1600"/>
              </a:spcAft>
              <a:buSzPct val="100000"/>
              <a:buChar char="◆"/>
            </a:pPr>
            <a:r>
              <a:rPr lang="en-US" sz="1250" dirty="0">
                <a:solidFill>
                  <a:srgbClr val="2A2F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SSH鍵認証で実接続に成功(鍵なし接続は拒否されることも確認)</a:t>
            </a:r>
            <a:endParaRPr lang="en-US" sz="1250" dirty="0"/>
          </a:p>
          <a:p>
            <a:pPr marL="177800" indent="-177800">
              <a:lnSpc>
                <a:spcPct val="130000"/>
              </a:lnSpc>
              <a:spcAft>
                <a:spcPts val="1600"/>
              </a:spcAft>
              <a:buSzPct val="100000"/>
              <a:buChar char="◆"/>
            </a:pPr>
            <a:r>
              <a:rPr lang="en-US" sz="1250" dirty="0">
                <a:solidFill>
                  <a:srgbClr val="2A2F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sudo権限昇格を体験(wheelグループ付与→パッケージ導入)</a:t>
            </a:r>
            <a:endParaRPr lang="en-US" sz="1250" dirty="0"/>
          </a:p>
          <a:p>
            <a:pPr marL="177800" indent="-177800">
              <a:lnSpc>
                <a:spcPct val="130000"/>
              </a:lnSpc>
              <a:spcAft>
                <a:spcPts val="1600"/>
              </a:spcAft>
              <a:buSzPct val="100000"/>
              <a:buChar char="◆"/>
            </a:pPr>
            <a:r>
              <a:rPr lang="en-US" sz="1250" dirty="0">
                <a:solidFill>
                  <a:srgbClr val="2A2F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Webサーバー公開、ポート公開(SG相当)で外部疎通確認</a:t>
            </a:r>
            <a:endParaRPr lang="en-US" sz="1250" dirty="0"/>
          </a:p>
          <a:p>
            <a:pPr marL="177800" indent="-177800">
              <a:lnSpc>
                <a:spcPct val="130000"/>
              </a:lnSpc>
              <a:spcAft>
                <a:spcPts val="1600"/>
              </a:spcAft>
              <a:buSzPct val="100000"/>
              <a:buChar char="◆"/>
            </a:pPr>
            <a:r>
              <a:rPr lang="en-US" sz="1250" dirty="0">
                <a:solidFill>
                  <a:srgbClr val="2A2F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ログ解読、NAT/CIDR/DNSを実地確認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08776" y="1965960"/>
            <a:ext cx="2647188" cy="502920"/>
          </a:xfrm>
          <a:prstGeom prst="roundRect">
            <a:avLst>
              <a:gd name="adj" fmla="val 9091"/>
            </a:avLst>
          </a:prstGeom>
          <a:solidFill>
            <a:srgbClr val="1B3B6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18504" y="1965960"/>
            <a:ext cx="24277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現状ステータス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208776" y="2633472"/>
            <a:ext cx="2647188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A2F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ネットワーク基礎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300" dirty="0">
                <a:solidFill>
                  <a:srgbClr val="1E7A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実機体験まで完了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A2F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クラウド基礎概念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300" dirty="0">
                <a:solidFill>
                  <a:srgbClr val="1E7A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自力説明可能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A2F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Linux基礎(SSH/権限/ログ)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300" dirty="0">
                <a:solidFill>
                  <a:srgbClr val="1E7A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自力説明+実践済み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A2F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IBM Cloudアカウント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C65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⏳ クレカ審査待ち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084564" y="1965960"/>
            <a:ext cx="2647188" cy="502920"/>
          </a:xfrm>
          <a:prstGeom prst="roundRect">
            <a:avLst>
              <a:gd name="adj" fmla="val 9091"/>
            </a:avLst>
          </a:prstGeom>
          <a:solidFill>
            <a:srgbClr val="1B3B6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94292" y="1965960"/>
            <a:ext cx="24277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次のアクション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9084564" y="2633472"/>
            <a:ext cx="2647188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30000"/>
              </a:lnSpc>
              <a:spcAft>
                <a:spcPts val="1600"/>
              </a:spcAft>
              <a:buSzPct val="100000"/>
              <a:buChar char="◆"/>
            </a:pPr>
            <a:r>
              <a:rPr lang="en-US" sz="1250" dirty="0">
                <a:solidFill>
                  <a:srgbClr val="2A2F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IBM Cloud利用可能になり次第、VPC/SG/VSIで今日の対応関係を答え合わせ</a:t>
            </a:r>
            <a:endParaRPr lang="en-US" sz="1250" dirty="0"/>
          </a:p>
          <a:p>
            <a:pPr marL="177800" indent="-177800">
              <a:lnSpc>
                <a:spcPct val="130000"/>
              </a:lnSpc>
              <a:spcAft>
                <a:spcPts val="1600"/>
              </a:spcAft>
              <a:buSzPct val="100000"/>
              <a:buChar char="◆"/>
            </a:pPr>
            <a:r>
              <a:rPr lang="en-US" sz="1250" dirty="0">
                <a:solidFill>
                  <a:srgbClr val="2A2F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管理者権限取得後、VirtualBoxでネットワーク実験・OSインストールを補完</a:t>
            </a:r>
            <a:endParaRPr lang="en-US" sz="1250" dirty="0"/>
          </a:p>
          <a:p>
            <a:pPr marL="177800" indent="-177800">
              <a:lnSpc>
                <a:spcPct val="130000"/>
              </a:lnSpc>
              <a:spcAft>
                <a:spcPts val="1600"/>
              </a:spcAft>
              <a:buSzPct val="100000"/>
              <a:buChar char="◆"/>
            </a:pPr>
            <a:r>
              <a:rPr lang="en-US" sz="1250" dirty="0">
                <a:solidFill>
                  <a:srgbClr val="2A2F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IBM Cloudアカウントのブロッカー解消を並行して試行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2026-09-10T07:55:43Z</dcterms:created>
  <dcterms:modified xsi:type="dcterms:W3CDTF">2026-09-10T07:55:43Z</dcterms:modified>
</cp:coreProperties>
</file>